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 snapToObjects="1">
      <p:cViewPr varScale="1">
        <p:scale>
          <a:sx n="98" d="100"/>
          <a:sy n="98" d="100"/>
        </p:scale>
        <p:origin x="10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8288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Arial"/>
              </a:rPr>
              <a:t>COASTAL AIR PLUS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7F6F2"/>
                </a:solidFill>
                <a:latin typeface="Arial"/>
              </a:rPr>
              <a:t>2027 Marketing Plan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C9D3E3"/>
                </a:solidFill>
                <a:latin typeface="Arial"/>
              </a:rPr>
              <a:t>Priorities, changes, opportunities and budget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Build On 2026 Wins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Coastal Air Plus · 2027 Marketing Plan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2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6676"/>
                </a:solidFill>
                <a:latin typeface="Arial"/>
              </a:rPr>
              <a:t>DIGITAL ADDS</a:t>
            </a:r>
          </a:p>
        </p:txBody>
      </p:sp>
      <p:sp>
        <p:nvSpPr>
          <p:cNvPr id="6" name="Add Facebook"/>
          <p:cNvSpPr/>
          <p:nvPr/>
        </p:nvSpPr>
        <p:spPr>
          <a:xfrm>
            <a:off x="548640" y="1828800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adge 1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92778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Arial"/>
              </a:rPr>
              <a:t>Facebook</a:t>
            </a:r>
          </a:p>
        </p:txBody>
      </p:sp>
      <p:sp>
        <p:nvSpPr>
          <p:cNvPr id="9" name="Add Stronger Summer Push $"/>
          <p:cNvSpPr/>
          <p:nvPr/>
        </p:nvSpPr>
        <p:spPr>
          <a:xfrm>
            <a:off x="3390823" y="1828800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dge 2"/>
          <p:cNvSpPr/>
          <p:nvPr/>
        </p:nvSpPr>
        <p:spPr>
          <a:xfrm>
            <a:off x="3710863" y="219456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863" y="2971800"/>
            <a:ext cx="192778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Arial"/>
              </a:rPr>
              <a:t>Stronger Summer Push $</a:t>
            </a:r>
          </a:p>
        </p:txBody>
      </p:sp>
      <p:sp>
        <p:nvSpPr>
          <p:cNvPr id="12" name="Add LettrLabs"/>
          <p:cNvSpPr/>
          <p:nvPr/>
        </p:nvSpPr>
        <p:spPr>
          <a:xfrm>
            <a:off x="6233007" y="1828800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adge 3"/>
          <p:cNvSpPr/>
          <p:nvPr/>
        </p:nvSpPr>
        <p:spPr>
          <a:xfrm>
            <a:off x="6553047" y="219456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971800"/>
            <a:ext cx="192778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Arial"/>
              </a:rPr>
              <a:t>LettrLabs</a:t>
            </a:r>
          </a:p>
        </p:txBody>
      </p:sp>
      <p:sp>
        <p:nvSpPr>
          <p:cNvPr id="15" name="Add SEO"/>
          <p:cNvSpPr/>
          <p:nvPr/>
        </p:nvSpPr>
        <p:spPr>
          <a:xfrm>
            <a:off x="9075191" y="1828800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adge 4"/>
          <p:cNvSpPr/>
          <p:nvPr/>
        </p:nvSpPr>
        <p:spPr>
          <a:xfrm>
            <a:off x="9395231" y="219456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5231" y="2971800"/>
            <a:ext cx="192778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Arial"/>
              </a:rPr>
              <a:t>SEO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2027 Changes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Coastal Air Plus · 2027 Marketing Plan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3</a:t>
            </a:r>
          </a:p>
        </p:txBody>
      </p:sp>
      <p:sp>
        <p:nvSpPr>
          <p:cNvPr id="5" name="Change 1"/>
          <p:cNvSpPr/>
          <p:nvPr/>
        </p:nvSpPr>
        <p:spPr>
          <a:xfrm>
            <a:off x="548640" y="1417320"/>
            <a:ext cx="541004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1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801368"/>
            <a:ext cx="394700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Arial"/>
              </a:rPr>
              <a:t>Shift TV Spend to Direct Response And Other Areas</a:t>
            </a:r>
          </a:p>
        </p:txBody>
      </p:sp>
      <p:sp>
        <p:nvSpPr>
          <p:cNvPr id="8" name="Change 2"/>
          <p:cNvSpPr/>
          <p:nvPr/>
        </p:nvSpPr>
        <p:spPr>
          <a:xfrm>
            <a:off x="6233007" y="1417320"/>
            <a:ext cx="541004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dge 2"/>
          <p:cNvSpPr/>
          <p:nvPr/>
        </p:nvSpPr>
        <p:spPr>
          <a:xfrm>
            <a:off x="6598767" y="178308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0287" y="1801368"/>
            <a:ext cx="394700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Arial"/>
              </a:rPr>
              <a:t>Leverage Avoca To The Fullest</a:t>
            </a:r>
          </a:p>
        </p:txBody>
      </p:sp>
      <p:sp>
        <p:nvSpPr>
          <p:cNvPr id="11" name="Change 3"/>
          <p:cNvSpPr/>
          <p:nvPr/>
        </p:nvSpPr>
        <p:spPr>
          <a:xfrm>
            <a:off x="548640" y="3886200"/>
            <a:ext cx="541004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dge 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270248"/>
            <a:ext cx="394700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Arial"/>
              </a:rPr>
              <a:t>Merge Agencies</a:t>
            </a:r>
          </a:p>
        </p:txBody>
      </p:sp>
      <p:sp>
        <p:nvSpPr>
          <p:cNvPr id="14" name="Change 4"/>
          <p:cNvSpPr/>
          <p:nvPr/>
        </p:nvSpPr>
        <p:spPr>
          <a:xfrm>
            <a:off x="6233007" y="3886200"/>
            <a:ext cx="541004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adge 4"/>
          <p:cNvSpPr/>
          <p:nvPr/>
        </p:nvSpPr>
        <p:spPr>
          <a:xfrm>
            <a:off x="6598767" y="425196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0287" y="4270248"/>
            <a:ext cx="394700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Arial"/>
              </a:rPr>
              <a:t>Take Coastal Carolina Comfort Website Dormant And Move All Traffic To Our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Great Opportunities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Coastal Air Plus · 2027 Marketing Plan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4</a:t>
            </a:r>
          </a:p>
        </p:txBody>
      </p:sp>
      <p:sp>
        <p:nvSpPr>
          <p:cNvPr id="5" name="Opportunity 1"/>
          <p:cNvSpPr/>
          <p:nvPr/>
        </p:nvSpPr>
        <p:spPr>
          <a:xfrm>
            <a:off x="548640" y="1417320"/>
            <a:ext cx="35152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1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87517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Arial"/>
              </a:rPr>
              <a:t>Improve Myrtle Beach GBP</a:t>
            </a:r>
          </a:p>
        </p:txBody>
      </p:sp>
      <p:sp>
        <p:nvSpPr>
          <p:cNvPr id="8" name="Opportunity 2"/>
          <p:cNvSpPr/>
          <p:nvPr/>
        </p:nvSpPr>
        <p:spPr>
          <a:xfrm>
            <a:off x="4338218" y="1417320"/>
            <a:ext cx="3515258" cy="32918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dge 2"/>
          <p:cNvSpPr/>
          <p:nvPr/>
        </p:nvSpPr>
        <p:spPr>
          <a:xfrm>
            <a:off x="4658258" y="1783080"/>
            <a:ext cx="502920" cy="50292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4213D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8258" y="2560320"/>
            <a:ext cx="287517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7F6F2"/>
                </a:solidFill>
                <a:latin typeface="Arial"/>
              </a:rPr>
              <a:t>Leverage LettrLabs Direct 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8258" y="3931920"/>
            <a:ext cx="287517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3E3"/>
                </a:solidFill>
                <a:latin typeface="Arial"/>
              </a:rPr>
              <a:t>•  Increased budget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3E3"/>
                </a:solidFill>
                <a:latin typeface="Arial"/>
              </a:rPr>
              <a:t>•  Broader focus</a:t>
            </a:r>
          </a:p>
        </p:txBody>
      </p:sp>
      <p:sp>
        <p:nvSpPr>
          <p:cNvPr id="12" name="Opportunity 3"/>
          <p:cNvSpPr/>
          <p:nvPr/>
        </p:nvSpPr>
        <p:spPr>
          <a:xfrm>
            <a:off x="8127796" y="1417320"/>
            <a:ext cx="35152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adge 3"/>
          <p:cNvSpPr/>
          <p:nvPr/>
        </p:nvSpPr>
        <p:spPr>
          <a:xfrm>
            <a:off x="8447836" y="178308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7836" y="2560320"/>
            <a:ext cx="287517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Arial"/>
              </a:rPr>
              <a:t>Website Refinement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Marketing Budget: $679,750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5</a:t>
            </a:r>
          </a:p>
        </p:txBody>
      </p:sp>
      <p:graphicFrame>
        <p:nvGraphicFramePr>
          <p:cNvPr id="5" name="Budg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310501"/>
              </p:ext>
            </p:extLst>
          </p:nvPr>
        </p:nvGraphicFramePr>
        <p:xfrm>
          <a:off x="548640" y="1234440"/>
          <a:ext cx="6766560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Line item</a:t>
                      </a:r>
                    </a:p>
                  </a:txBody>
                  <a:tcPr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2027 budget</a:t>
                      </a:r>
                    </a:p>
                  </a:txBody>
                  <a:tcPr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T="18288" marB="18288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Direct Response/Digital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dirty="0">
                          <a:solidFill>
                            <a:srgbClr val="14213D"/>
                          </a:solidFill>
                          <a:latin typeface="Arial"/>
                        </a:rPr>
                        <a:t>$4</a:t>
                      </a:r>
                      <a:r>
                        <a:rPr lang="en-US" sz="1300" b="0" dirty="0">
                          <a:solidFill>
                            <a:srgbClr val="14213D"/>
                          </a:solidFill>
                          <a:latin typeface="Arial"/>
                        </a:rPr>
                        <a:t>86,000</a:t>
                      </a:r>
                      <a:endParaRPr sz="1300" b="0" dirty="0">
                        <a:solidFill>
                          <a:srgbClr val="14213D"/>
                        </a:solidFill>
                        <a:latin typeface="Arial"/>
                      </a:endParaRP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71.5%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SEO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$30,000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4.4%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Aespire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$30,000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4.4%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Direct Mail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$75,000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Graphic Design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$3,000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0.4%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Printing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$8,000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Sponsorships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$1,000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0.1%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Events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$5,000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0.7%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Truck Wraps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$12,500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1.8%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Service Titan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$19,000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2.8%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Contractor Commerce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$8,000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Associations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$750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0.1%</a:t>
                      </a:r>
                    </a:p>
                  </a:txBody>
                  <a:tcPr marT="18288" marB="18288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Kino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$1,500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0.2%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18288" marB="18288" anchor="ctr"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$679,750</a:t>
                      </a:r>
                    </a:p>
                  </a:txBody>
                  <a:tcPr marT="18288" marB="18288" anchor="ctr"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dirty="0">
                          <a:solidFill>
                            <a:srgbClr val="14213D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T="18288" marB="18288" anchor="ctr">
                    <a:solidFill>
                      <a:srgbClr val="E8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otal budget"/>
          <p:cNvSpPr/>
          <p:nvPr/>
        </p:nvSpPr>
        <p:spPr>
          <a:xfrm>
            <a:off x="7589520" y="1234440"/>
            <a:ext cx="4053535" cy="219456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9560" y="1508760"/>
            <a:ext cx="3413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D3E3"/>
                </a:solidFill>
                <a:latin typeface="Arial"/>
              </a:rPr>
              <a:t>TOTAL 2027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874519"/>
            <a:ext cx="34134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2A65A"/>
                </a:solidFill>
                <a:latin typeface="Arial"/>
              </a:rPr>
              <a:t>$679,750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205</Words>
  <Application>Microsoft Macintosh PowerPoint</Application>
  <PresentationFormat>Widescreen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Coastal Air Plus YTD Performance</dc:title>
  <dc:subject/>
  <dc:creator/>
  <cp:keywords/>
  <dc:description>generated using python-pptx</dc:description>
  <cp:lastModifiedBy>Michael Dempsey</cp:lastModifiedBy>
  <cp:revision>2</cp:revision>
  <dcterms:created xsi:type="dcterms:W3CDTF">2013-01-27T09:14:16Z</dcterms:created>
  <dcterms:modified xsi:type="dcterms:W3CDTF">2026-10-25T18:54:36Z</dcterms:modified>
  <cp:category/>
</cp:coreProperties>
</file>